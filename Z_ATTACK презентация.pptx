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F8D6B-7E09-4EF1-843E-395ECFEA57B4}" v="161" dt="2026-01-12T19:06:18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7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0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5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1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2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9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9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4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1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3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8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0168B-CBC4-3F55-5626-241CB9D4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039628" y="255722"/>
            <a:ext cx="4112497" cy="995926"/>
          </a:xfrm>
        </p:spPr>
        <p:txBody>
          <a:bodyPr anchor="b">
            <a:normAutofit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Z_ATTACK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630236" y="4485832"/>
            <a:ext cx="3418676" cy="1386840"/>
          </a:xfrm>
        </p:spPr>
        <p:txBody>
          <a:bodyPr anchor="t">
            <a:normAutofit/>
          </a:bodyPr>
          <a:lstStyle/>
          <a:p>
            <a:pPr algn="l"/>
            <a:r>
              <a:rPr lang="ru-RU" dirty="0">
                <a:latin typeface="Times New Roman"/>
                <a:cs typeface="Times New Roman"/>
              </a:rPr>
              <a:t>Авторы:</a:t>
            </a:r>
          </a:p>
          <a:p>
            <a:pPr algn="l"/>
            <a:r>
              <a:rPr lang="ru-RU" dirty="0">
                <a:latin typeface="Times New Roman"/>
                <a:cs typeface="Times New Roman"/>
              </a:rPr>
              <a:t>Мельник Павел Алексеевич</a:t>
            </a:r>
          </a:p>
          <a:p>
            <a:pPr algn="l"/>
            <a:r>
              <a:rPr lang="ru-RU" dirty="0">
                <a:latin typeface="Times New Roman"/>
                <a:cs typeface="Times New Roman"/>
              </a:rPr>
              <a:t>Солодков Лев Ильич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60678-D56D-39D5-F991-F4718E3BE7E0}"/>
              </a:ext>
            </a:extLst>
          </p:cNvPr>
          <p:cNvSpPr txBox="1"/>
          <p:nvPr/>
        </p:nvSpPr>
        <p:spPr>
          <a:xfrm>
            <a:off x="5273885" y="5986587"/>
            <a:ext cx="8253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000" dirty="0">
                <a:latin typeface="Times New Roman"/>
                <a:ea typeface="Calibri"/>
                <a:cs typeface="Calibr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ED48F-DFF4-5FCC-61AF-FB904915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598E26-6F57-7392-9D23-2CC43A68D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312E5-3319-426A-BF74-C20C937DD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BEB3E0-489C-DE4F-8FBF-5B8CB0C62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C8EC0-C1DD-C184-5228-038805C91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9628" y="255722"/>
            <a:ext cx="4112497" cy="995926"/>
          </a:xfrm>
        </p:spPr>
        <p:txBody>
          <a:bodyPr anchor="b">
            <a:normAutofit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097936-9645-80A0-F2F2-FDA1E42B0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5058" y="1719668"/>
            <a:ext cx="3418676" cy="1386840"/>
          </a:xfrm>
        </p:spPr>
        <p:txBody>
          <a:bodyPr anchor="t">
            <a:normAutofit/>
          </a:bodyPr>
          <a:lstStyle/>
          <a:p>
            <a:pPr algn="l"/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4691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2D7EF-A434-8C7B-EC79-9EEB9B8A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0460A0-B959-89E4-6F6E-0BCB06022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D0082-8303-E6DD-B468-FA86C7B5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A89EBEB-85C3-77BE-6054-CF13A24D5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495BC-C60A-362C-9942-A33B8C1B1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9053" y="975969"/>
            <a:ext cx="4112497" cy="995926"/>
          </a:xfrm>
        </p:spPr>
        <p:txBody>
          <a:bodyPr anchor="b">
            <a:normAutofit/>
          </a:bodyPr>
          <a:lstStyle/>
          <a:p>
            <a:pPr algn="l"/>
            <a:endParaRPr lang="ru-RU" sz="5800" dirty="0">
              <a:latin typeface="Times New Roman"/>
              <a:cs typeface="Times New Roman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8586FB-A7F2-F457-649E-83A539477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058" y="2523421"/>
            <a:ext cx="3418676" cy="1386840"/>
          </a:xfrm>
        </p:spPr>
        <p:txBody>
          <a:bodyPr anchor="t">
            <a:normAutofit/>
          </a:bodyPr>
          <a:lstStyle/>
          <a:p>
            <a:pPr algn="l"/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5900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83247-41D3-B64A-7E48-D7BCF114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A74A59-DF40-43AE-2EB9-FC0ED6C37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052827-9E20-7760-EBFA-1C48E71B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EC76B25-9AB2-6749-FC24-5743EB20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8E302C-74BB-D0A9-CDCF-685B9517D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9053" y="975969"/>
            <a:ext cx="4112497" cy="995926"/>
          </a:xfrm>
        </p:spPr>
        <p:txBody>
          <a:bodyPr anchor="b">
            <a:normAutofit/>
          </a:bodyPr>
          <a:lstStyle/>
          <a:p>
            <a:pPr algn="l"/>
            <a:endParaRPr lang="ru-RU" sz="5800" dirty="0">
              <a:latin typeface="Times New Roman"/>
              <a:cs typeface="Times New Roman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3715DA-F357-1632-D69B-0621417C8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058" y="2523421"/>
            <a:ext cx="3418676" cy="1386840"/>
          </a:xfrm>
        </p:spPr>
        <p:txBody>
          <a:bodyPr anchor="t">
            <a:normAutofit/>
          </a:bodyPr>
          <a:lstStyle/>
          <a:p>
            <a:pPr algn="l"/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2256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2ED46-6D78-F91B-EA94-B9369C19F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AF6F07-244B-6721-68B8-98026D06F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F808AB-C87C-EC73-B88B-E61B43D9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CE7B66B-4C9F-9B53-77FB-9E9EA4BC5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415DB9-FB79-B6F2-A358-FEA6A64CA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9053" y="975969"/>
            <a:ext cx="4112497" cy="995926"/>
          </a:xfrm>
        </p:spPr>
        <p:txBody>
          <a:bodyPr anchor="b">
            <a:normAutofit/>
          </a:bodyPr>
          <a:lstStyle/>
          <a:p>
            <a:pPr algn="l"/>
            <a:endParaRPr lang="ru-RU" sz="5800" dirty="0">
              <a:latin typeface="Times New Roman"/>
              <a:cs typeface="Times New Roman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8FB5AD-32AB-CCE3-5C83-7446C52BE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058" y="2523421"/>
            <a:ext cx="3418676" cy="1386840"/>
          </a:xfrm>
        </p:spPr>
        <p:txBody>
          <a:bodyPr anchor="t">
            <a:normAutofit/>
          </a:bodyPr>
          <a:lstStyle/>
          <a:p>
            <a:pPr algn="l"/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5593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ECFC5-B2D2-8303-1D86-5279F9BF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2B2D4C-EA4B-AC90-A10D-27413CBDE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B5756-B134-239B-CC5B-F43B8CA094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D46EAE-36D5-4261-4356-3F88F806B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7F69E-9E09-31AD-2B2F-04545C8BE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9053" y="975969"/>
            <a:ext cx="4112497" cy="995926"/>
          </a:xfrm>
        </p:spPr>
        <p:txBody>
          <a:bodyPr anchor="b">
            <a:normAutofit/>
          </a:bodyPr>
          <a:lstStyle/>
          <a:p>
            <a:pPr algn="l"/>
            <a:endParaRPr lang="ru-RU" sz="5800" dirty="0">
              <a:latin typeface="Times New Roman"/>
              <a:cs typeface="Times New Roman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248369-0F67-8617-CBAB-C322296F3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058" y="2523421"/>
            <a:ext cx="3418676" cy="1386840"/>
          </a:xfrm>
        </p:spPr>
        <p:txBody>
          <a:bodyPr anchor="t">
            <a:normAutofit/>
          </a:bodyPr>
          <a:lstStyle/>
          <a:p>
            <a:pPr algn="l"/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8466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BF866-D7CE-F901-8029-F5F6BE6E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F477BB-7983-02E5-5228-DFD564058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B5084-FFE6-47F2-5D86-FCBA8632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F4D891-591C-456C-48AA-15009797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98CA4-160B-B4B5-E6AB-4960293B8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9628" y="297475"/>
            <a:ext cx="4112497" cy="995926"/>
          </a:xfrm>
        </p:spPr>
        <p:txBody>
          <a:bodyPr anchor="b">
            <a:normAutofit fontScale="90000"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9AA7B8-4062-526C-0590-613C923D3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5058" y="1719668"/>
            <a:ext cx="4973991" cy="4069497"/>
          </a:xfrm>
        </p:spPr>
        <p:txBody>
          <a:bodyPr anchor="t">
            <a:normAutofit/>
          </a:bodyPr>
          <a:lstStyle/>
          <a:p>
            <a:pPr algn="l"/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0356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35A8C-CD7B-1E26-D48A-64AEE332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91066F-6E48-969D-9392-A62D3570E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DEA66-459B-8FFA-6880-0E41485F49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8A7B6B-A9FF-18E6-F05F-2B42F4DF5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0C7ED-3855-1A40-B303-8D22AEE91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0288" y="1988490"/>
            <a:ext cx="7891179" cy="1434336"/>
          </a:xfrm>
        </p:spPr>
        <p:txBody>
          <a:bodyPr anchor="b">
            <a:noAutofit/>
          </a:bodyPr>
          <a:lstStyle/>
          <a:p>
            <a:pPr algn="l"/>
            <a:r>
              <a:rPr lang="ru-RU" sz="6000" dirty="0">
                <a:latin typeface="Times New Roman"/>
                <a:cs typeface="Times New Roman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470258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VanillaVTI</vt:lpstr>
      <vt:lpstr>Z_ATTACK</vt:lpstr>
      <vt:lpstr>Введение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47</cp:revision>
  <dcterms:created xsi:type="dcterms:W3CDTF">2026-01-12T18:59:33Z</dcterms:created>
  <dcterms:modified xsi:type="dcterms:W3CDTF">2026-01-12T19:06:39Z</dcterms:modified>
</cp:coreProperties>
</file>